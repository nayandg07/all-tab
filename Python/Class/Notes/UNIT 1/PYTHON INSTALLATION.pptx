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5956" autoAdjust="0"/>
    <p:restoredTop sz="94660"/>
  </p:normalViewPr>
  <p:slideViewPr>
    <p:cSldViewPr snapToGrid="0">
      <p:cViewPr varScale="1">
        <p:scale>
          <a:sx n="73" d="100"/>
          <a:sy n="73" d="100"/>
        </p:scale>
        <p:origin x="99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80297B-E267-4D8B-BC92-52A0DFCFD3DD}" type="datetimeFigureOut">
              <a:rPr lang="en-IN" smtClean="0"/>
              <a:t>23-01-2025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B3B649-5D2E-4C96-9563-D8296FE8870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362965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80297B-E267-4D8B-BC92-52A0DFCFD3DD}" type="datetimeFigureOut">
              <a:rPr lang="en-IN" smtClean="0"/>
              <a:t>23-01-2025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B3B649-5D2E-4C96-9563-D8296FE8870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570247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80297B-E267-4D8B-BC92-52A0DFCFD3DD}" type="datetimeFigureOut">
              <a:rPr lang="en-IN" smtClean="0"/>
              <a:t>23-01-2025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B3B649-5D2E-4C96-9563-D8296FE8870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122475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80297B-E267-4D8B-BC92-52A0DFCFD3DD}" type="datetimeFigureOut">
              <a:rPr lang="en-IN" smtClean="0"/>
              <a:t>23-01-2025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B3B649-5D2E-4C96-9563-D8296FE8870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946179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80297B-E267-4D8B-BC92-52A0DFCFD3DD}" type="datetimeFigureOut">
              <a:rPr lang="en-IN" smtClean="0"/>
              <a:t>23-01-2025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B3B649-5D2E-4C96-9563-D8296FE8870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115112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80297B-E267-4D8B-BC92-52A0DFCFD3DD}" type="datetimeFigureOut">
              <a:rPr lang="en-IN" smtClean="0"/>
              <a:t>23-01-2025</a:t>
            </a:fld>
            <a:endParaRPr lang="en-IN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B3B649-5D2E-4C96-9563-D8296FE8870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884575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80297B-E267-4D8B-BC92-52A0DFCFD3DD}" type="datetimeFigureOut">
              <a:rPr lang="en-IN" smtClean="0"/>
              <a:t>23-01-2025</a:t>
            </a:fld>
            <a:endParaRPr lang="en-IN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B3B649-5D2E-4C96-9563-D8296FE8870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398988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80297B-E267-4D8B-BC92-52A0DFCFD3DD}" type="datetimeFigureOut">
              <a:rPr lang="en-IN" smtClean="0"/>
              <a:t>23-01-2025</a:t>
            </a:fld>
            <a:endParaRPr lang="en-IN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B3B649-5D2E-4C96-9563-D8296FE8870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08060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80297B-E267-4D8B-BC92-52A0DFCFD3DD}" type="datetimeFigureOut">
              <a:rPr lang="en-IN" smtClean="0"/>
              <a:t>23-01-2025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B3B649-5D2E-4C96-9563-D8296FE8870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931701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80297B-E267-4D8B-BC92-52A0DFCFD3DD}" type="datetimeFigureOut">
              <a:rPr lang="en-IN" smtClean="0"/>
              <a:t>23-01-2025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B3B649-5D2E-4C96-9563-D8296FE8870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096422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80297B-E267-4D8B-BC92-52A0DFCFD3DD}" type="datetimeFigureOut">
              <a:rPr lang="en-IN" smtClean="0"/>
              <a:t>23-01-2025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B3B649-5D2E-4C96-9563-D8296FE8870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9462538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en-US" smtClean="0"/>
              <a:t>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80297B-E267-4D8B-BC92-52A0DFCFD3DD}" type="datetimeFigureOut">
              <a:rPr lang="en-IN" smtClean="0"/>
              <a:t>23-01-2025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B3B649-5D2E-4C96-9563-D8296FE8870A}" type="slidenum">
              <a:rPr lang="en-IN" smtClean="0"/>
              <a:t>‹#›</a:t>
            </a:fld>
            <a:endParaRPr lang="en-IN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54822214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80297B-E267-4D8B-BC92-52A0DFCFD3DD}" type="datetimeFigureOut">
              <a:rPr lang="en-IN" smtClean="0"/>
              <a:t>23-01-2025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B3B649-5D2E-4C96-9563-D8296FE8870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7702959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80297B-E267-4D8B-BC92-52A0DFCFD3DD}" type="datetimeFigureOut">
              <a:rPr lang="en-IN" smtClean="0"/>
              <a:t>23-01-2025</a:t>
            </a:fld>
            <a:endParaRPr lang="en-IN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B3B649-5D2E-4C96-9563-D8296FE8870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2289362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80297B-E267-4D8B-BC92-52A0DFCFD3DD}" type="datetimeFigureOut">
              <a:rPr lang="en-IN" smtClean="0"/>
              <a:t>23-01-2025</a:t>
            </a:fld>
            <a:endParaRPr lang="en-IN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B3B649-5D2E-4C96-9563-D8296FE8870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9739404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80297B-E267-4D8B-BC92-52A0DFCFD3DD}" type="datetimeFigureOut">
              <a:rPr lang="en-IN" smtClean="0"/>
              <a:t>23-01-2025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B3B649-5D2E-4C96-9563-D8296FE8870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5329043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80297B-E267-4D8B-BC92-52A0DFCFD3DD}" type="datetimeFigureOut">
              <a:rPr lang="en-IN" smtClean="0"/>
              <a:t>23-01-2025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B3B649-5D2E-4C96-9563-D8296FE8870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036186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8680297B-E267-4D8B-BC92-52A0DFCFD3DD}" type="datetimeFigureOut">
              <a:rPr lang="en-IN" smtClean="0"/>
              <a:t>23-01-2025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AB3B649-5D2E-4C96-9563-D8296FE8870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4460061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G"/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G"/><Relationship Id="rId2" Type="http://schemas.openxmlformats.org/officeDocument/2006/relationships/image" Target="../media/image21.JP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JP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10937" y="2376397"/>
            <a:ext cx="9144000" cy="1490208"/>
          </a:xfrm>
        </p:spPr>
        <p:txBody>
          <a:bodyPr/>
          <a:lstStyle/>
          <a:p>
            <a:r>
              <a:rPr lang="en-US" dirty="0" smtClean="0"/>
              <a:t>PYTHON INSTALLATION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138082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0263" y="365125"/>
            <a:ext cx="10883537" cy="1325563"/>
          </a:xfrm>
        </p:spPr>
        <p:txBody>
          <a:bodyPr/>
          <a:lstStyle/>
          <a:p>
            <a:r>
              <a:rPr lang="en-US" dirty="0" smtClean="0"/>
              <a:t>SEARCH “PYTHON” ON BROWSER &gt; Python.org</a:t>
            </a:r>
            <a:endParaRPr lang="en-IN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36914" y="1825625"/>
            <a:ext cx="8934995" cy="4351338"/>
          </a:xfrm>
        </p:spPr>
      </p:pic>
    </p:spTree>
    <p:extLst>
      <p:ext uri="{BB962C8B-B14F-4D97-AF65-F5344CB8AC3E}">
        <p14:creationId xmlns:p14="http://schemas.microsoft.com/office/powerpoint/2010/main" val="34403461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9453" y="391251"/>
            <a:ext cx="12100560" cy="1325563"/>
          </a:xfrm>
        </p:spPr>
        <p:txBody>
          <a:bodyPr/>
          <a:lstStyle/>
          <a:p>
            <a:r>
              <a:rPr lang="en-US" dirty="0" smtClean="0"/>
              <a:t>Hover on Downloads &gt; Python 3.13.0</a:t>
            </a:r>
            <a:r>
              <a:rPr lang="en-US" sz="3200" dirty="0" smtClean="0"/>
              <a:t>(updated version)</a:t>
            </a:r>
            <a:r>
              <a:rPr lang="en-US" dirty="0" smtClean="0"/>
              <a:t> </a:t>
            </a:r>
            <a:endParaRPr lang="en-IN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49638" y="2052638"/>
            <a:ext cx="8454499" cy="4195762"/>
          </a:xfrm>
        </p:spPr>
      </p:pic>
    </p:spTree>
    <p:extLst>
      <p:ext uri="{BB962C8B-B14F-4D97-AF65-F5344CB8AC3E}">
        <p14:creationId xmlns:p14="http://schemas.microsoft.com/office/powerpoint/2010/main" val="2113605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.exe File gets downloaded. Open it.</a:t>
            </a:r>
            <a:endParaRPr lang="en-IN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29000" y="2250281"/>
            <a:ext cx="4295775" cy="3800475"/>
          </a:xfrm>
        </p:spPr>
      </p:pic>
    </p:spTree>
    <p:extLst>
      <p:ext uri="{BB962C8B-B14F-4D97-AF65-F5344CB8AC3E}">
        <p14:creationId xmlns:p14="http://schemas.microsoft.com/office/powerpoint/2010/main" val="39170667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Setup(all checkboxes t be checked) &gt; Next</a:t>
            </a:r>
            <a:endParaRPr lang="en-IN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45374" y="1525179"/>
            <a:ext cx="7238120" cy="4351338"/>
          </a:xfrm>
        </p:spPr>
      </p:pic>
      <p:sp>
        <p:nvSpPr>
          <p:cNvPr id="5" name="Rectangle 4"/>
          <p:cNvSpPr/>
          <p:nvPr/>
        </p:nvSpPr>
        <p:spPr>
          <a:xfrm>
            <a:off x="838200" y="2220071"/>
            <a:ext cx="3117669" cy="258532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0" i="0" dirty="0" smtClean="0">
                <a:effectLst/>
                <a:latin typeface="Inter"/>
              </a:rPr>
              <a:t>IDLE stands for </a:t>
            </a:r>
            <a:r>
              <a:rPr lang="en-US" b="1" i="0" dirty="0" smtClean="0">
                <a:effectLst/>
                <a:latin typeface="Inter"/>
              </a:rPr>
              <a:t>Integrated Development and Learning Environment</a:t>
            </a:r>
            <a:r>
              <a:rPr lang="en-US" b="0" i="0" dirty="0" smtClean="0">
                <a:effectLst/>
                <a:latin typeface="Inter"/>
              </a:rPr>
              <a:t>. It is an integrated development environment (IDE) for Python, designed to be simple and suitable for beginners, especially in an educational context.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17589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199" y="365125"/>
            <a:ext cx="11009811" cy="1325563"/>
          </a:xfrm>
        </p:spPr>
        <p:txBody>
          <a:bodyPr/>
          <a:lstStyle/>
          <a:p>
            <a:r>
              <a:rPr lang="en-US" dirty="0" smtClean="0"/>
              <a:t>Checkboxes &gt; Customize install location &gt; Install</a:t>
            </a:r>
            <a:endParaRPr lang="en-IN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5748" y="1786436"/>
            <a:ext cx="7060504" cy="4351338"/>
          </a:xfrm>
        </p:spPr>
      </p:pic>
    </p:spTree>
    <p:extLst>
      <p:ext uri="{BB962C8B-B14F-4D97-AF65-F5344CB8AC3E}">
        <p14:creationId xmlns:p14="http://schemas.microsoft.com/office/powerpoint/2010/main" val="295224793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Setup Progress</a:t>
            </a:r>
            <a:endParaRPr lang="en-IN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61263" y="2052638"/>
            <a:ext cx="6831250" cy="4195762"/>
          </a:xfrm>
        </p:spPr>
      </p:pic>
    </p:spTree>
    <p:extLst>
      <p:ext uri="{BB962C8B-B14F-4D97-AF65-F5344CB8AC3E}">
        <p14:creationId xmlns:p14="http://schemas.microsoft.com/office/powerpoint/2010/main" val="8545054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Setup gets successful</a:t>
            </a:r>
            <a:endParaRPr lang="en-IN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15792" y="2052638"/>
            <a:ext cx="6922191" cy="4195762"/>
          </a:xfrm>
        </p:spPr>
      </p:pic>
    </p:spTree>
    <p:extLst>
      <p:ext uri="{BB962C8B-B14F-4D97-AF65-F5344CB8AC3E}">
        <p14:creationId xmlns:p14="http://schemas.microsoft.com/office/powerpoint/2010/main" val="41403730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Check the installation in Command Prompt</a:t>
            </a:r>
            <a:endParaRPr lang="en-IN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0700" y="2278856"/>
            <a:ext cx="7572375" cy="3743325"/>
          </a:xfrm>
        </p:spPr>
      </p:pic>
    </p:spTree>
    <p:extLst>
      <p:ext uri="{BB962C8B-B14F-4D97-AF65-F5344CB8AC3E}">
        <p14:creationId xmlns:p14="http://schemas.microsoft.com/office/powerpoint/2010/main" val="145744947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Check 1</a:t>
            </a:r>
            <a:r>
              <a:rPr lang="en-US" baseline="30000" dirty="0" smtClean="0"/>
              <a:t>st</a:t>
            </a:r>
            <a:r>
              <a:rPr lang="en-US" dirty="0" smtClean="0"/>
              <a:t> Program on IDLE</a:t>
            </a:r>
            <a:endParaRPr lang="en-IN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50303" y="2037807"/>
            <a:ext cx="9169701" cy="2901972"/>
          </a:xfrm>
        </p:spPr>
      </p:pic>
    </p:spTree>
    <p:extLst>
      <p:ext uri="{BB962C8B-B14F-4D97-AF65-F5344CB8AC3E}">
        <p14:creationId xmlns:p14="http://schemas.microsoft.com/office/powerpoint/2010/main" val="89587823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10937" y="2376397"/>
            <a:ext cx="9144000" cy="1490208"/>
          </a:xfrm>
        </p:spPr>
        <p:txBody>
          <a:bodyPr/>
          <a:lstStyle/>
          <a:p>
            <a:r>
              <a:rPr lang="en-US" dirty="0" smtClean="0"/>
              <a:t>ANACONDA	 INSTALLATION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2181314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1074" y="365125"/>
            <a:ext cx="10922726" cy="1325563"/>
          </a:xfrm>
        </p:spPr>
        <p:txBody>
          <a:bodyPr/>
          <a:lstStyle/>
          <a:p>
            <a:pPr algn="ctr"/>
            <a:r>
              <a:rPr lang="en-US" dirty="0" smtClean="0"/>
              <a:t>SEARCH “ANACONDA DOWNLOAD” ON BROWSER &gt; www.anaconda.com</a:t>
            </a:r>
            <a:endParaRPr lang="en-IN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33575" y="2340769"/>
            <a:ext cx="7286625" cy="3619500"/>
          </a:xfrm>
        </p:spPr>
      </p:pic>
    </p:spTree>
    <p:extLst>
      <p:ext uri="{BB962C8B-B14F-4D97-AF65-F5344CB8AC3E}">
        <p14:creationId xmlns:p14="http://schemas.microsoft.com/office/powerpoint/2010/main" val="32351365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 smtClean="0"/>
              <a:t>Either you can register using mail address or skip registration</a:t>
            </a:r>
            <a:endParaRPr lang="en-IN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3313" y="2280478"/>
            <a:ext cx="8947150" cy="3740082"/>
          </a:xfrm>
        </p:spPr>
      </p:pic>
    </p:spTree>
    <p:extLst>
      <p:ext uri="{BB962C8B-B14F-4D97-AF65-F5344CB8AC3E}">
        <p14:creationId xmlns:p14="http://schemas.microsoft.com/office/powerpoint/2010/main" val="92495279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1114314" cy="1325563"/>
          </a:xfrm>
        </p:spPr>
        <p:txBody>
          <a:bodyPr/>
          <a:lstStyle/>
          <a:p>
            <a:pPr algn="ctr"/>
            <a:r>
              <a:rPr lang="en-US" dirty="0" smtClean="0"/>
              <a:t>Click on Download &gt; to start the downloading process</a:t>
            </a:r>
            <a:endParaRPr lang="en-IN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24138" y="2650331"/>
            <a:ext cx="5905500" cy="3000375"/>
          </a:xfrm>
        </p:spPr>
      </p:pic>
    </p:spTree>
    <p:extLst>
      <p:ext uri="{BB962C8B-B14F-4D97-AF65-F5344CB8AC3E}">
        <p14:creationId xmlns:p14="http://schemas.microsoft.com/office/powerpoint/2010/main" val="352055026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.exe file gets downloaded &gt; Double click on Application &gt; Start installing</a:t>
            </a:r>
            <a:endParaRPr lang="en-IN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32319" y="2431461"/>
            <a:ext cx="7942280" cy="4195762"/>
          </a:xfrm>
        </p:spPr>
      </p:pic>
    </p:spTree>
    <p:extLst>
      <p:ext uri="{BB962C8B-B14F-4D97-AF65-F5344CB8AC3E}">
        <p14:creationId xmlns:p14="http://schemas.microsoft.com/office/powerpoint/2010/main" val="410376972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0446" y="365125"/>
            <a:ext cx="11652068" cy="1325563"/>
          </a:xfrm>
        </p:spPr>
        <p:txBody>
          <a:bodyPr>
            <a:normAutofit/>
          </a:bodyPr>
          <a:lstStyle/>
          <a:p>
            <a:pPr algn="ctr"/>
            <a:r>
              <a:rPr lang="en-US" sz="3600" dirty="0" smtClean="0"/>
              <a:t>Check the radio button &gt; Next &gt; Set Folder Location </a:t>
            </a:r>
            <a:endParaRPr lang="en-IN" sz="3600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0147" y="2461645"/>
            <a:ext cx="4162425" cy="3209925"/>
          </a:xfr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44739" y="2461645"/>
            <a:ext cx="4152900" cy="3352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564787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199" y="365125"/>
            <a:ext cx="11088189" cy="1325563"/>
          </a:xfrm>
        </p:spPr>
        <p:txBody>
          <a:bodyPr/>
          <a:lstStyle/>
          <a:p>
            <a:r>
              <a:rPr lang="en-US" dirty="0" smtClean="0"/>
              <a:t>Tick checkboxes &gt; Complete Installation &gt; Next</a:t>
            </a:r>
            <a:endParaRPr lang="en-IN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14054" y="2351156"/>
            <a:ext cx="4191000" cy="3248025"/>
          </a:xfr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2965" y="2351156"/>
            <a:ext cx="4181475" cy="3276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783446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 smtClean="0"/>
              <a:t>Finish &amp; Reboot the system &gt; Open Anaconda Application</a:t>
            </a:r>
            <a:endParaRPr lang="en-IN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2023" y="2521744"/>
            <a:ext cx="5290457" cy="3257550"/>
          </a:xfrm>
        </p:spPr>
      </p:pic>
    </p:spTree>
    <p:extLst>
      <p:ext uri="{BB962C8B-B14F-4D97-AF65-F5344CB8AC3E}">
        <p14:creationId xmlns:p14="http://schemas.microsoft.com/office/powerpoint/2010/main" val="294868108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 smtClean="0"/>
              <a:t>The Home View of Anaconda</a:t>
            </a:r>
            <a:endParaRPr lang="en-IN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58945" y="2052638"/>
            <a:ext cx="8235885" cy="4195762"/>
          </a:xfrm>
        </p:spPr>
      </p:pic>
    </p:spTree>
    <p:extLst>
      <p:ext uri="{BB962C8B-B14F-4D97-AF65-F5344CB8AC3E}">
        <p14:creationId xmlns:p14="http://schemas.microsoft.com/office/powerpoint/2010/main" val="341668238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 smtClean="0"/>
              <a:t>Launch </a:t>
            </a:r>
            <a:r>
              <a:rPr lang="en-US" dirty="0" err="1" smtClean="0"/>
              <a:t>Jupyter</a:t>
            </a:r>
            <a:r>
              <a:rPr lang="en-US" dirty="0" smtClean="0"/>
              <a:t> Notebook for Python Code</a:t>
            </a:r>
            <a:endParaRPr lang="en-IN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2937" y="2126071"/>
            <a:ext cx="7667897" cy="4351338"/>
          </a:xfrm>
        </p:spPr>
      </p:pic>
    </p:spTree>
    <p:extLst>
      <p:ext uri="{BB962C8B-B14F-4D97-AF65-F5344CB8AC3E}">
        <p14:creationId xmlns:p14="http://schemas.microsoft.com/office/powerpoint/2010/main" val="427085543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46396" y="797802"/>
            <a:ext cx="8825657" cy="1915647"/>
          </a:xfrm>
        </p:spPr>
        <p:txBody>
          <a:bodyPr/>
          <a:lstStyle/>
          <a:p>
            <a:r>
              <a:rPr lang="en-US" dirty="0" smtClean="0"/>
              <a:t>Tips to use </a:t>
            </a:r>
            <a:r>
              <a:rPr lang="en-US" dirty="0" err="1" smtClean="0"/>
              <a:t>Jupyter</a:t>
            </a:r>
            <a:r>
              <a:rPr lang="en-US" dirty="0" smtClean="0"/>
              <a:t> Notebook</a:t>
            </a:r>
            <a:endParaRPr lang="en-IN" dirty="0"/>
          </a:p>
        </p:txBody>
      </p:sp>
      <p:sp>
        <p:nvSpPr>
          <p:cNvPr id="4" name="Rectangle 1"/>
          <p:cNvSpPr>
            <a:spLocks noGrp="1" noChangeArrowheads="1"/>
          </p:cNvSpPr>
          <p:nvPr>
            <p:ph type="body" idx="1"/>
          </p:nvPr>
        </p:nvSpPr>
        <p:spPr bwMode="auto">
          <a:xfrm>
            <a:off x="1397726" y="2691807"/>
            <a:ext cx="9614898" cy="307776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Install using </a:t>
            </a:r>
            <a:r>
              <a:rPr kumimoji="0" lang="en-US" altLang="en-US" sz="18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Anaconda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for an all-in-one setup or run online using platforms like </a:t>
            </a:r>
            <a:r>
              <a:rPr kumimoji="0" lang="en-US" altLang="en-US" sz="18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Google </a:t>
            </a:r>
            <a:r>
              <a:rPr kumimoji="0" lang="en-US" altLang="en-US" sz="1800" b="1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Colab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Use </a:t>
            </a:r>
            <a:r>
              <a:rPr kumimoji="0" lang="en-US" altLang="en-US" sz="18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Markdown cells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for documentation to make your notebook well-structured and readable.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Save versions of your notebook regularly, especially when experimenting</a:t>
            </a:r>
            <a:r>
              <a:rPr kumimoji="0" lang="en-US" altLang="en-US" sz="18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(</a:t>
            </a:r>
            <a:r>
              <a:rPr kumimoji="0" lang="en-US" altLang="en-US" sz="1800" b="0" i="0" u="none" strike="noStrike" cap="none" normalizeH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Autosave</a:t>
            </a:r>
            <a:r>
              <a:rPr kumimoji="0" lang="en-US" altLang="en-US" sz="18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)</a:t>
            </a:r>
            <a:endParaRPr kumimoji="0" lang="en-US" alt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Learn shortcuts like </a:t>
            </a:r>
            <a:r>
              <a:rPr kumimoji="0" lang="en-US" altLang="en-US" sz="1400" b="1" i="0" u="sng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Shift + Enter</a:t>
            </a:r>
            <a:r>
              <a:rPr kumimoji="0" lang="en-US" altLang="en-US" sz="1800" b="1" i="0" u="sng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 to run cells and </a:t>
            </a:r>
            <a:r>
              <a:rPr kumimoji="0" lang="en-US" altLang="en-US" sz="1400" b="1" i="0" u="sng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Ctrl + S</a:t>
            </a:r>
            <a:r>
              <a:rPr kumimoji="0" lang="en-US" altLang="en-US" sz="1800" b="1" i="0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 to save</a:t>
            </a:r>
            <a:r>
              <a:rPr kumimoji="0" lang="en-US" altLang="en-US" sz="1800" b="1" i="0" u="sng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.</a:t>
            </a:r>
            <a:r>
              <a:rPr kumimoji="0" lang="en-US" altLang="en-US" sz="3200" b="1" i="0" u="sng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98333105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08544" y="1986522"/>
            <a:ext cx="8825657" cy="1915647"/>
          </a:xfrm>
        </p:spPr>
        <p:txBody>
          <a:bodyPr/>
          <a:lstStyle/>
          <a:p>
            <a:r>
              <a:rPr lang="en-US" sz="6000" b="1" dirty="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rPr>
              <a:t>THANK YOU </a:t>
            </a:r>
            <a:endParaRPr lang="en-IN" sz="6000" b="1" dirty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5926233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800">
        <p:circle/>
      </p:transition>
    </mc:Choice>
    <mc:Fallback>
      <p:transition spd="slow">
        <p:circl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5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2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2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2" grpId="1"/>
    </p:bld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190</TotalTime>
  <Words>203</Words>
  <Application>Microsoft Office PowerPoint</Application>
  <PresentationFormat>Widescreen</PresentationFormat>
  <Paragraphs>31</Paragraphs>
  <Slides>22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8" baseType="lpstr">
      <vt:lpstr>Arial</vt:lpstr>
      <vt:lpstr>Arial Unicode MS</vt:lpstr>
      <vt:lpstr>Century Gothic</vt:lpstr>
      <vt:lpstr>Inter</vt:lpstr>
      <vt:lpstr>Wingdings 3</vt:lpstr>
      <vt:lpstr>Ion</vt:lpstr>
      <vt:lpstr>PYTHON INSTALLATION</vt:lpstr>
      <vt:lpstr>SEARCH “PYTHON” ON BROWSER &gt; Python.org</vt:lpstr>
      <vt:lpstr>Hover on Downloads &gt; Python 3.13.0(updated version) </vt:lpstr>
      <vt:lpstr>.exe File gets downloaded. Open it.</vt:lpstr>
      <vt:lpstr>Setup(all checkboxes t be checked) &gt; Next</vt:lpstr>
      <vt:lpstr>Checkboxes &gt; Customize install location &gt; Install</vt:lpstr>
      <vt:lpstr>Setup Progress</vt:lpstr>
      <vt:lpstr>Setup gets successful</vt:lpstr>
      <vt:lpstr>Check the installation in Command Prompt</vt:lpstr>
      <vt:lpstr>Check 1st Program on IDLE</vt:lpstr>
      <vt:lpstr>ANACONDA  INSTALLATION</vt:lpstr>
      <vt:lpstr>SEARCH “ANACONDA DOWNLOAD” ON BROWSER &gt; www.anaconda.com</vt:lpstr>
      <vt:lpstr>Either you can register using mail address or skip registration</vt:lpstr>
      <vt:lpstr>Click on Download &gt; to start the downloading process</vt:lpstr>
      <vt:lpstr>.exe file gets downloaded &gt; Double click on Application &gt; Start installing</vt:lpstr>
      <vt:lpstr>Check the radio button &gt; Next &gt; Set Folder Location </vt:lpstr>
      <vt:lpstr>Tick checkboxes &gt; Complete Installation &gt; Next</vt:lpstr>
      <vt:lpstr>Finish &amp; Reboot the system &gt; Open Anaconda Application</vt:lpstr>
      <vt:lpstr>The Home View of Anaconda</vt:lpstr>
      <vt:lpstr>Launch Jupyter Notebook for Python Code</vt:lpstr>
      <vt:lpstr>Tips to use Jupyter Notebook</vt:lpstr>
      <vt:lpstr>THANK YOU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PYTHON INSTALLATION</dc:title>
  <dc:creator>LENOVO</dc:creator>
  <cp:lastModifiedBy>LENOVO</cp:lastModifiedBy>
  <cp:revision>14</cp:revision>
  <dcterms:created xsi:type="dcterms:W3CDTF">2025-01-08T16:41:38Z</dcterms:created>
  <dcterms:modified xsi:type="dcterms:W3CDTF">2025-01-23T04:53:02Z</dcterms:modified>
</cp:coreProperties>
</file>