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  <p:sldId id="263" r:id="rId9"/>
    <p:sldId id="266" r:id="rId10"/>
    <p:sldId id="265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22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676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169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52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47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574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462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02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18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256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04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3FBE2-B7E5-44A7-8A5D-6B06C56FE687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9432F-9952-4875-849D-33DD511C3E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07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69673"/>
          </a:xfrm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UNIT 3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63838"/>
            <a:ext cx="9144000" cy="1655762"/>
          </a:xfrm>
        </p:spPr>
        <p:txBody>
          <a:bodyPr/>
          <a:lstStyle/>
          <a:p>
            <a:r>
              <a:rPr lang="en-US" dirty="0" smtClean="0">
                <a:latin typeface="Arial Black" panose="020B0A04020102020204" pitchFamily="34" charset="0"/>
              </a:rPr>
              <a:t>FUNCTIONS</a:t>
            </a:r>
          </a:p>
          <a:p>
            <a:r>
              <a:rPr lang="en-US" dirty="0" smtClean="0">
                <a:latin typeface="Arial Black" panose="020B0A04020102020204" pitchFamily="34" charset="0"/>
              </a:rPr>
              <a:t>DATA STRUCTURE</a:t>
            </a:r>
          </a:p>
          <a:p>
            <a:r>
              <a:rPr lang="en-US" dirty="0" smtClean="0">
                <a:latin typeface="Arial Black" panose="020B0A04020102020204" pitchFamily="34" charset="0"/>
              </a:rPr>
              <a:t>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04218" y="5915890"/>
            <a:ext cx="2327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By </a:t>
            </a:r>
            <a:r>
              <a:rPr lang="en-US" dirty="0" err="1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Swarnima</a:t>
            </a:r>
            <a:r>
              <a:rPr lang="en-US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Mitra</a:t>
            </a:r>
            <a:endParaRPr lang="en-IN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30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FUNCTION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018" y="1690688"/>
            <a:ext cx="10515600" cy="1618818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is a block of organized and reusable program code that performs a single, specific and well-defined task.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587318" y="1019034"/>
            <a:ext cx="3654675" cy="723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9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010891" y="-2777837"/>
            <a:ext cx="4059381" cy="10390908"/>
          </a:xfrm>
        </p:spPr>
      </p:pic>
      <p:sp>
        <p:nvSpPr>
          <p:cNvPr id="8" name="TextBox 7"/>
          <p:cNvSpPr txBox="1"/>
          <p:nvPr/>
        </p:nvSpPr>
        <p:spPr>
          <a:xfrm>
            <a:off x="1427019" y="4821382"/>
            <a:ext cx="4918364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Here func1() calls another function named func2().</a:t>
            </a:r>
          </a:p>
          <a:p>
            <a:r>
              <a:rPr lang="en-US" dirty="0" smtClean="0"/>
              <a:t>func1() is known as </a:t>
            </a:r>
            <a:r>
              <a:rPr lang="en-US" b="1" i="1" dirty="0" smtClean="0"/>
              <a:t>calling function.</a:t>
            </a:r>
          </a:p>
          <a:p>
            <a:r>
              <a:rPr lang="en-US" dirty="0" smtClean="0"/>
              <a:t>func2() is known as </a:t>
            </a:r>
            <a:r>
              <a:rPr lang="en-US" b="1" i="1" dirty="0" smtClean="0"/>
              <a:t>called function.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7703127" y="4668982"/>
            <a:ext cx="3532909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When the compiler encounters a function call, instead of executing the next statement in calling function, the control jumps to the statements that are a part of the called function.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9658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Pointers to remind:</a:t>
            </a:r>
            <a:endParaRPr lang="en-IN" sz="4000" b="1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273" y="1663412"/>
            <a:ext cx="10245436" cy="4351338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function,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another function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known as calling function and g is known as the called function.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inputs that the function takes are known as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arguments/parameters.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 called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returns some result back to the calling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its called 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result.</a:t>
            </a:r>
            <a:endParaRPr lang="en-IN" b="1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called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accepts arguments, the calling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will pass parameters otherwise not.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52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Function Declaration &amp; Definition</a:t>
            </a:r>
            <a:endParaRPr lang="en-IN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2273" y="1663412"/>
            <a:ext cx="1024543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declaration 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declaration statement that identifies a function with its name, a list of arguments that it accepts and the type of data it returns.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definition 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a function header that identifies the function, followed by the body of the function containing the executable code for that function.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0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PYTHON FUCTION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295" y="1520825"/>
            <a:ext cx="10025410" cy="43513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18218" y="6176963"/>
            <a:ext cx="1427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FUNCTION BODY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386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Define a function – User defined 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Function blocks starts with the keyword </a:t>
            </a:r>
            <a:r>
              <a:rPr lang="en-US" b="1" dirty="0" smtClean="0"/>
              <a:t>def.</a:t>
            </a:r>
          </a:p>
          <a:p>
            <a:r>
              <a:rPr lang="en-US" dirty="0" smtClean="0"/>
              <a:t>Keyword followed by the function name and (). The </a:t>
            </a:r>
            <a:r>
              <a:rPr lang="en-US" dirty="0" err="1" smtClean="0"/>
              <a:t>fn</a:t>
            </a:r>
            <a:r>
              <a:rPr lang="en-US" dirty="0" smtClean="0"/>
              <a:t> name is used to uniquely identify the function.</a:t>
            </a:r>
          </a:p>
          <a:p>
            <a:r>
              <a:rPr lang="en-US" dirty="0" smtClean="0"/>
              <a:t>After (), place colon(:)</a:t>
            </a:r>
          </a:p>
          <a:p>
            <a:r>
              <a:rPr lang="en-US" dirty="0" smtClean="0"/>
              <a:t>Parameters are in parentheses. Values are passed through them and are optional. If not used, the parentheses are empty.</a:t>
            </a:r>
          </a:p>
          <a:p>
            <a:r>
              <a:rPr lang="en-US" dirty="0" smtClean="0"/>
              <a:t>The code block within the function id properly indented to form the block code.</a:t>
            </a:r>
          </a:p>
          <a:p>
            <a:r>
              <a:rPr lang="en-US" dirty="0" smtClean="0"/>
              <a:t> A function’s return statement is optional. If presents, it sends an [expression] back to the caller. A return statement with no argument is equivalent to return None.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577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57263" y="342900"/>
            <a:ext cx="85867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that adds two numbers using function 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3063" y="1343025"/>
            <a:ext cx="73580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</a:t>
            </a:r>
            <a:r>
              <a:rPr lang="en-US" sz="2800" dirty="0" err="1" smtClean="0"/>
              <a:t>ef</a:t>
            </a:r>
            <a:r>
              <a:rPr lang="en-US" sz="2800" dirty="0" smtClean="0"/>
              <a:t> add(x, y):     # function to add two numbers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return </a:t>
            </a:r>
            <a:r>
              <a:rPr lang="en-US" sz="2800" dirty="0" err="1" smtClean="0"/>
              <a:t>x+y</a:t>
            </a:r>
            <a:endParaRPr lang="en-US" sz="2800" dirty="0" smtClean="0"/>
          </a:p>
          <a:p>
            <a:r>
              <a:rPr lang="en-US" sz="2800" dirty="0"/>
              <a:t>a</a:t>
            </a:r>
            <a:r>
              <a:rPr lang="en-US" sz="2800" dirty="0" smtClean="0"/>
              <a:t> = 20</a:t>
            </a:r>
          </a:p>
          <a:p>
            <a:r>
              <a:rPr lang="en-US" sz="2800" dirty="0" smtClean="0"/>
              <a:t>b = 10</a:t>
            </a:r>
          </a:p>
          <a:p>
            <a:r>
              <a:rPr lang="en-US" sz="2800" dirty="0"/>
              <a:t>p</a:t>
            </a:r>
            <a:r>
              <a:rPr lang="en-US" sz="2800" dirty="0" smtClean="0"/>
              <a:t>rint(add(</a:t>
            </a:r>
            <a:r>
              <a:rPr lang="en-US" sz="2800" dirty="0" err="1" smtClean="0"/>
              <a:t>a,b</a:t>
            </a:r>
            <a:r>
              <a:rPr lang="en-US" sz="2800" dirty="0" smtClean="0"/>
              <a:t>))</a:t>
            </a:r>
            <a:endParaRPr lang="en-IN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9829800" y="1071562"/>
            <a:ext cx="1871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</a:rPr>
              <a:t>OUTPUT:</a:t>
            </a:r>
          </a:p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</a:rPr>
              <a:t>30</a:t>
            </a:r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57325" y="4143375"/>
            <a:ext cx="97440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a function is defined, space is allocated for that function in the memory.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definition comprises of  2 parts: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Header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Body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96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32364" y="2216727"/>
            <a:ext cx="71489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function_name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(variable1, variable2,…):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string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block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[expression]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136073" y="1454727"/>
            <a:ext cx="88946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syntax of a function definition can be given as: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ular Callout 7"/>
          <p:cNvSpPr/>
          <p:nvPr/>
        </p:nvSpPr>
        <p:spPr>
          <a:xfrm>
            <a:off x="6733309" y="2964873"/>
            <a:ext cx="1468582" cy="665018"/>
          </a:xfrm>
          <a:prstGeom prst="wedgeRoundRectCallout">
            <a:avLst>
              <a:gd name="adj1" fmla="val -82271"/>
              <a:gd name="adj2" fmla="val -3315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Body</a:t>
            </a:r>
            <a:endParaRPr lang="en-IN" b="1" dirty="0"/>
          </a:p>
        </p:txBody>
      </p:sp>
      <p:sp>
        <p:nvSpPr>
          <p:cNvPr id="9" name="Rounded Rectangular Callout 8"/>
          <p:cNvSpPr/>
          <p:nvPr/>
        </p:nvSpPr>
        <p:spPr>
          <a:xfrm>
            <a:off x="8368144" y="1454727"/>
            <a:ext cx="1385455" cy="706582"/>
          </a:xfrm>
          <a:prstGeom prst="wedgeRoundRectCallout">
            <a:avLst>
              <a:gd name="adj1" fmla="val -73106"/>
              <a:gd name="adj2" fmla="val 65399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Function Header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48232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3808" y="840729"/>
            <a:ext cx="9641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to write a function that displays a string repeatedly for 4 times</a:t>
            </a:r>
            <a:endParaRPr lang="en-IN" sz="24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1499" y="2049607"/>
            <a:ext cx="73580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def</a:t>
            </a:r>
            <a:r>
              <a:rPr lang="en-US" sz="2800" dirty="0" smtClean="0"/>
              <a:t> fun():   </a:t>
            </a:r>
          </a:p>
          <a:p>
            <a:r>
              <a:rPr lang="en-US" sz="2800" dirty="0" smtClean="0"/>
              <a:t>	for </a:t>
            </a:r>
            <a:r>
              <a:rPr lang="en-US" sz="2800" dirty="0" err="1" smtClean="0"/>
              <a:t>i</a:t>
            </a:r>
            <a:r>
              <a:rPr lang="en-US" sz="2800" dirty="0" smtClean="0"/>
              <a:t> in range(4):</a:t>
            </a:r>
          </a:p>
          <a:p>
            <a:r>
              <a:rPr lang="en-US" sz="2800" dirty="0" smtClean="0"/>
              <a:t>		print(“Hello World”)</a:t>
            </a:r>
          </a:p>
          <a:p>
            <a:r>
              <a:rPr lang="en-US" sz="2800" dirty="0" err="1" smtClean="0"/>
              <a:t>func</a:t>
            </a:r>
            <a:r>
              <a:rPr lang="en-US" sz="2800" dirty="0" smtClean="0"/>
              <a:t>()    # function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78637" y="2154122"/>
            <a:ext cx="18716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</a:rPr>
              <a:t>OUTPUT:</a:t>
            </a:r>
          </a:p>
          <a:p>
            <a:r>
              <a:rPr lang="en-US" sz="2400" dirty="0" smtClean="0"/>
              <a:t>Hello World</a:t>
            </a:r>
          </a:p>
          <a:p>
            <a:r>
              <a:rPr lang="en-US" sz="2400" dirty="0" smtClean="0"/>
              <a:t>Hello World</a:t>
            </a:r>
          </a:p>
          <a:p>
            <a:r>
              <a:rPr lang="en-US" sz="2400" dirty="0" smtClean="0"/>
              <a:t>Hello World</a:t>
            </a:r>
          </a:p>
          <a:p>
            <a:r>
              <a:rPr lang="en-US" sz="2400" dirty="0" smtClean="0"/>
              <a:t>Hello World</a:t>
            </a:r>
            <a:endParaRPr lang="en-I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717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259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435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Algerian</vt:lpstr>
      <vt:lpstr>Arial</vt:lpstr>
      <vt:lpstr>Arial Black</vt:lpstr>
      <vt:lpstr>Arial Rounded MT Bold</vt:lpstr>
      <vt:lpstr>Calibri</vt:lpstr>
      <vt:lpstr>Calibri Light</vt:lpstr>
      <vt:lpstr>Tahoma</vt:lpstr>
      <vt:lpstr>Times New Roman</vt:lpstr>
      <vt:lpstr>Wingdings</vt:lpstr>
      <vt:lpstr>Office Theme</vt:lpstr>
      <vt:lpstr>UNIT 3</vt:lpstr>
      <vt:lpstr>FUNCTION</vt:lpstr>
      <vt:lpstr>PowerPoint Presentation</vt:lpstr>
      <vt:lpstr>Pointers to remind:</vt:lpstr>
      <vt:lpstr>Function Declaration &amp; Definition</vt:lpstr>
      <vt:lpstr>PYTHON FUCTION</vt:lpstr>
      <vt:lpstr>Define a function – User defined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13</cp:revision>
  <dcterms:created xsi:type="dcterms:W3CDTF">2025-03-18T09:01:10Z</dcterms:created>
  <dcterms:modified xsi:type="dcterms:W3CDTF">2025-03-18T16:40:32Z</dcterms:modified>
</cp:coreProperties>
</file>